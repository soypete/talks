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Self-Hosting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Miriah Peterson · @Soypete&lt;br&gt;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94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AI Builder Day · August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Who Am 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CEO &amp; founder of a stealth startup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Co-host of the Domesticating AI podcast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7802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Creator of Pedro Agentware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Building AI systems since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What Is an Agent?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44200" cy="950976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10378440" cy="74066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observe → decide → call a tool → inspect the result
   ↑                                      ↓
   └──────────────── repeat 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0837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model between actions. The harness—not the model alone—owns tools, state, retries,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and the stopping condition. --&gt;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What Do Agents Enable?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Stage | Agent behavior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---|---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One-off | complete a task while I wait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Background | run a workflow without me watching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087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Autonomous | notice, decide, act, and recover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Always on | keep doing the job whenever work appears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1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*The value grows as the agent needs less of my attention.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239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run on a schedule or queue. Autonomous agents decide which actions to take and 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1888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to recover. The end state is not one magical run; it is a dependable worker that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1383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available whenever new work arrives. 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Always Means 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EC699A"/>
                </a:solidFill>
                <a:latin typeface="Aptos"/>
              </a:rPr>
              <a:t>[visual: https://media.giphy.com/media/v1.Y2lkPWVjZjA1ZTQ3NjBuM3NmdnhlMzIybW45YWJmbHRhbDV4NHZvcHphaTNvOW9pN2czbiZlcD12MV9naWZzX3NlYXJjaCZjdD1n/TdwziQPhbNAzK/giphy.gif]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94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It is that useful automation creates demand for an agent that is ready continuously,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440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whether triggered by a message, schedule, queue, webhook, or new data. --&gt;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You pay | The provider pays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21991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---|---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9463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tokens on every turn | compute for every token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5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repeated agent loops | accelerators and memory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64407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availability | idle capacity and scheduling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7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recurring spend. For the provider, each token consumes accelerator time,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0682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bandwidth, capacity, cooling, and power. Providers therefore have the same incentive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0176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we do: reduce the compute required per token. That incentive helped push MoE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9671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into the mainstream.  Also remember that we are using so mcuh copute for inference that we are having to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9165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data centers to get more training--&gt;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MoE: More Capacity, Less Compute per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Instead of using every parameter for every token, a router selects a few experts: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95144"/>
            <a:ext cx="10744200" cy="950976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78440" cy="74066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397B total parameters
       ↓ route each token
 17B active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*Local hosts can keep inactive experts in system RAM and move selected experts through the GPU.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91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This lowers active compute, which matters at provider scale. It also made surprisingly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6285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powerful models accessible to local hosts: the complete quantized model can live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larger, cheaper CPU memory while only routed experts are staged through limited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527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VRAM. The tradeoff is CPU-to-GPU transfer latency and bandwidth. Shared attention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64768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other non-expert layers still run; MoE routes expert feed-forward blocks, not arbitrary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34263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transformer layers. Sources: https://arxiv.org/abs/2101.03961 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03757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https://arxiv.org/abs/2603.19289 --&gt;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“Local Model” Covers Two Different Bets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Large local model | Small local model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---|---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capacity through MoE | efficiency through dense weights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weights spill into system RAM | weights fit on one GPU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087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fewer parameters active per token | every parameter active per token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maximize capability | minimize cost per completed job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1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*Choose for the workload—not for the leaderboard.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239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locally” can mean making an enormous MoE model possible with CPU RAM and partial 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1888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offload, or making a small dense model extremely fast by keeping it entirely in VRAM.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1383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The large-model bet buys more capacity but accepts memory traffic and operational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0877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complexity. The small-model bet only works when the task and harness are constrained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9037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enough, but it gives the agent fast, cheap turns. 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“We Are Kids in a Candy Store”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&gt; “We are kids in a candy store.”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94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440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&gt; — Chris Brousseau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5935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the emotional pivot: the old consumer constraint has changed. --&gt;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Can we make Cheaper Agents more effective?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*We genuinely do not know the ceiling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1343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structured tool use, and small enough to run on one high-end consumer GPU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0837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quantized. With a dense model, every model parameter participates in every 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What we know: these models are trained for tools, fast enough for iterative loops,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and available for us to operate. Source: https://huggingface.co/Qwen/Qwen3.6-27B --&gt;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What Does “Reasoning” Mean Here?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The harness asks the model to repeatedly choose the next step: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95144"/>
            <a:ext cx="10744200" cy="1975104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784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interpret the request
        ↓
choose an action or tool
        ↓
observe the result
        ↓
decide: continue, recover, or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43983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*Ambiguity creates decisions before the real work even begins.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28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the task, inspect files or search for context, choose a tool, read the result, 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decide whether it has enough information to act or stop. “Thinking” is not magic 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7278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this talk does not depend on exposing private chain of thought. Operationally,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96772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reasoning is the model inferring enough about intent and state to choose the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66267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action. ReAct describes the same pattern as interleaved reasoning, actions,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835761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observations. Ambiguity adds decisions before the real work begins; every choice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905255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another opportunity for a wrong tool, extra turn, or over-the-wire call. Source: Yao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974750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et al., “ReAct: Synergizing Reasoning and Acting in Language Models,”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044244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https://arxiv.org/abs/2210.03629 --&gt;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The Subproblem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One bad turn can become three expensive turns—or a complete restart.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The Harness Is the Agent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2011680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request
  ↓
workflow + scoped tools + state
  ↓
model chooses one next action
  ↓
validate → execute → observe → retry or stop
  ↓
telemetry + durable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*The model supplies judgment. The harness supplies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owns the loop around the model: task decomposition, which tools are visible, durable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28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state, context assembly, validation, execution, retry policy, stopping conditions,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and observability. This is why a smaller model can succeed: more of the job is made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7278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deterministic outside inference. Pedro CLI is my hand-rolled example; Forge and Pedro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96772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Agentware package the reliability mechanisms for other harnesses. --&gt;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Forge: Reliability Outside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Antoine Zambelli's Forge adds: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951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1. response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008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2. rescue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8503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3. corrective retry nudges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7997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4. optional workflow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5. context compaction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9863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*The model proposes the next action; the harness makes the loop survivable.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0877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or planner. It preserves model-native tool calls, catches unknown or malformed calls,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9037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rescues structured calls emitted in fences/XML/vendor formats, and feeds actionable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75986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errors back to the model. Sources: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29360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Repo: https://github.com/antoinezambelli/forge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98855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CAIS 2026 demo/paper: https://www.caisconf.org/program/2026/demos/forge-agentic-reliability/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968349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Author discussion and results context: https://news.ycombinator.com/item?id=48192383 --&gt;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Guardrails Change Completion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EC699A"/>
                </a:solidFill>
                <a:latin typeface="Aptos"/>
              </a:rPr>
              <a:t>[visual: ../images/forge-guardrails-results.png]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951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Selected bare vs. Reforged results across the evaluation 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008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CAIS 2026 demo and paper (https://www.caisconf.org/program/2026/demos/forge-agentic-reliability/) · Author discussion on Hacker News (https://news.ycombinator.com/item?id=48192383)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8503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becomes dramatically more reliable when the harness validates calls, rescues malformed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7997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formats, returns useful errors, and retries. Zambelli notes that 90% per-step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across five required steps yields roughly a 41% chance of at least one failure: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98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1 - 0.9^5 ≈ 0.41. This is why small per-turn weaknesses compound in agents.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6480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figure was supplied from the Forge CAIS material. --&gt;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Why Forge Does “Crazy” Stuff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1463040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12527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wrong format
    ↓
rescue the call ──or── explain the error and retry
    ↓
continue the same job with compacted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rescue avoids paying for another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8503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precise nudges prevent blind retries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2394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step enforcement stops repeated or premature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6285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compaction stops every turn from carrying the whole past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0176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*Reliability guardrails are token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output into a usable call. A corrective retry is more expensive than rescue but much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3562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cheaper than restarting without guidance. Step enforcement prevents loops. Compaction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83056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reduces the repeated input cost on every remaining turn. Forge reports taking an 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52551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local model from single digits to 84% across its 26-scenario v0.7.0 evaluation suite;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22045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use the paper for the methodology and ablations: Zambelli, “Forge: Closing the Agentic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9154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Reliability Gap Between Self-Hosted and Frontier Language Models,”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96103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https://doi.org/10.1145/3786335.3813193. Additional 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030528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https://www.caisconf.org/program/2026/demos/forge-agentic-reliability/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100023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https://news.ycombinator.com/item?id=48192383 --&gt;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Demo: One GPU, Real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We need to prove speed, tool use, and completed work.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Demo 1: A Multistep Agent Over the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conference laptop → Tailscale → home inference server → RTX 5090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The UI must expose the loop: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task and current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tool call and arguments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tool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retries, token counts, and final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speed but not an agent. Use one bounded job requiring at least three visible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6752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calls and a machine-checkable final result. The request still travels from the 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6247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over Tailscale to the home RTX 5090. Keep a recorded run as the primary conference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75741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fallback. 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Demo 2: Measure the Local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2011680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cd ~/code/pedro/pedro-ops/scripts/pedrogpt/benchmark
go run . -url http://pedrogpt:8000/v1 \
  -model qwen3.6-27b-mtp -n 10
go run . \
  -prompt "Write a Go HTTP server with graceful shutdown." \
  -max-tokens 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*TTFT · prompt tok/s · generation tok/s · p50/p95 latency · MTP acceptance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discards a warmup by default, streams /v1/chat/completions, reads llama.cpp's 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28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prompt and generation timings, and reports client-side TTFT and total latency. The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second command demonstrates a longer, recognizable coding response. Explain that 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7278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browser demo includes network latency; this benchmark isolates the serving path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96772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directly. Real source: ~/code/pedro/pedro-ops/scripts/pedrogpt/benchmark --&gt;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Tool Calls: Pedro Tag in Discord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1975104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async def start_game_tool(
    context: RunContext[AgentDeps], game_type: str
) -&gt; str:
    if game_type == "20_questions":
        game_id = context.deps.thread_id \
            or context.deps.channel_id
        # Create and persist game state...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*LIVE: @Pedro, play 20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src/pedro_service/games/twenty_questions.py. Call out the turns: tool schema in,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28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tool call out, game state and user answer back in, repeated until success. This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exactly the token multiplication described at the beginning. --&gt;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Production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vLLM | llama.cpp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---|---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NVIDIA throughput | hardware portability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continuous batching | GGUF quantizations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087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scheduling + metrics | lightweight server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OpenAI-compatible tools | OpenAI-compatible tools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dedicated NVIDIA server where concurrency matters. Use llama.cpp when hardware 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997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GGUF portability drives the decision. I would not use Ollama or LM Studio as 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production serving layer. Sources: https://docs.vllm.ai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98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https://github.com/ggml-org/llama.cpp 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Back to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One response becomes many turns.&lt;br&gt;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94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One task becomes an always-on workload.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440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Now return explicitly to the opening problem. The value of an agent comes from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5935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loop, but every trip through that loop invokes inference again. When the agent becomes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54295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useful, we deliberately give it more work and keep it available. That is why the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3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problem grows with success. --&gt;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Every Turn Has a Token Bill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instructions + tools + history + result → next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Every turn carries forward: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instructions and tool schemas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relevant conversation and workflow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tool results from the previous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*A ten-turn job repeatedly pays to reconstruct the model's working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do and watched the local model perform. Tool schemas are input tokens. Tool arguments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6752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are output tokens. Tool results return as more input tokens. In a naive agent,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6247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same instructions, schemas, and history are sent again on every turn. The useful 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75741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is cost per completed job, not cost per prompt. 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Reliability Multiplies the Bill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bad call → error → retry → corrected call →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One mistake can add several turns—or restart the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rescue parsing reuses output already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corrective nudges avoid blind retries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compaction reduces every remaining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*Reliability guardrails are also token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replays context; verification adds another turn. A late failure carries the most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6752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accumulated context. If the harness gives up and restarts, it may repay the entire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06247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job. Tie this back to why Forge does seemingly crazy recovery work. 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When the Economics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recurring per-token rent becomes fixed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well-defined jobs fit smaller, efficient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7802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high utilization amortizes the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good context engineering reduces inference and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idle GPU time is still your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model loading creates cold starts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scheduling, queues, memory, and failures become your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*Known job + reliable harness + high utilization = a compelling local case.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Compute Cost Is Not Token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compute cost per job = GPU $/second × occupied seconds ÷ completed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Example capacity | Current rate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---|---: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RunPod RTX 5090 Pod | $0.99 / GPU-hour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RunPod RTX 5090 Serverless | $1.58 / active GPU-hour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79"/>
            <a:ext cx="10332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B6B9D4"/>
                </a:solidFill>
                <a:latin typeface="Courier New"/>
              </a:rPr>
              <a:t> Modal L40S | $0.000542 / second ≈ $1.95 / GPU-hour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935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*Scale-to-zero wins when idle. A dedicated GPU wins only when you keep it busy.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9826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apples-to-apples hardware benchmark. They illustrate purchasing models: RunPod Pods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9320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reserve a GPU; RunPod Serverless and Modal meter active compute and can avoid idle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8815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time, with cold-start and warm-container tradeoffs. At 730 hours, an always-on $0.99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4830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GPU is about $723/month before storage and networking. Do not compare this directly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71780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to API token prices until the benchmark provides throughput and completed-job rate.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87298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Sources: https://www.runpod.io/pricing and https://modal.com/pricing --&gt;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1. Measure tokens, turns, runtime, and completion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946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2. Reduce ambiguity with context engineering.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64407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3. Put validation, rescue, retries, and compaction around the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59351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900" b="0">
                <a:solidFill>
                  <a:srgbClr val="F8F8FC"/>
                </a:solidFill>
                <a:latin typeface="Aptos"/>
              </a:rPr>
              <a:t>4. Keep the inference infrastructure utilized.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54295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*Optimize the system—not just the model.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Miriah Peterson · @Soypete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800" b="1">
                <a:solidFill>
                  <a:srgbClr val="F8F8FC"/>
                </a:solidFill>
                <a:latin typeface="Apto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Pedro CLI: I Rolled My Own Harness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1975104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type Phase struct {
    Name         string
    SystemPrompt string
    Tools        []string
    MaxRounds    int
    Validator    func(*PhaseResult) error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*Each phase scopes the prompt, tools, budget, and definition of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coding model at a shell. I built the orchestration layer. The phased executor 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28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analyze/plan/implement/validate-style workflows, per-phase tool availability, 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limits, validation, callbacks, subagents, artifacts, and telemetry. Source: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72783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~/code/pedro/PedroCLI/pkg/agents/phased_executor.go --&gt;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Context Is an Operational Resource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950976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74066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save prompts + responses + tool calls + full tool results
                          ↓ 75% of context window
summarize old rounds + keep recent rounds + measure the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truncate what goes over the wire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296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preserve full tool output for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record tokens before and after compaction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50791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*Context management is part of the runtime—not prompt decoration.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970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allowing aggressive prompt truncation, and triggers compaction at 75% of the model's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8464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context window. It measures tokens before/after, rounds compacted/kept, and compaction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795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latency. This backs up the abstract's context-management claim with a real harness.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57453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Source: ~/code/pedro/PedroCLI/pkg/llmcontext/manager.go 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Observe and Evaluate the Whole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job → phases → rounds → inference + tool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Measure: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prompt, completion, and total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model latency and tokens per second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tool calls, failures, rounds, and exit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completion score across repeated trials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*The unit of reliability is the completed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114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estimated cost per job. The eval harness saves full transcripts, supports repeated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trials and concurrency, and records latency, throughput, and grading results. This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50138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how to expose evaluation variance instead of trusting one demo run. Sources: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196328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~/code/pedro/PedroCLI/pkg/telemetry/types.go and pkg/evals/types.go 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Where This Goes Next: LoRAs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Long-running agents create labeled trajectories: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95144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task + context + tool calls → successful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specialize the model for the repeated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improve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reduce context shipped per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toggle adapters without another always-on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first LoRA. It is not the production inference server. --&gt;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Keep the Control Plane on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request → CPU queue → wake GPU → batch → drain → stop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Use inexpensive, always-on CPU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API, authentication, and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queues, context assembly, and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health checks and GPU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is that model loading becomes a cold-start budget. Further reading: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2861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https://northflank.com/blog/runpod-vs-modal --&gt;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GPU Scheduling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model weights and KV cache compete for VRAM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batching improves throughput but adds request latency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7802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queues require priorities, limits, and backpressure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failures can strand work or GPU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*A fast model does not make a reliable serving system.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If Asked: What About Model Quality?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Model-quality comparisons are not the focus of this 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95144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The relevant question is whether the smallest reliable model can complete your defined job at the utilization and cost you need.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From One-Off to Always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438912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prompted once → scheduled → event-driven → continuously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An always-on agent needs: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16936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durable state between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55848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tools it can call without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recovery when a step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inference whenever new work arrives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72584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*The agent stops being a feature and becomes infrastructure.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114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borrow an endpoint for a moment; always-on agents depend on inference as a persistent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part of the system. Availability, state, recovery, and scheduling now matter. --&gt;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789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00" b="0">
                <a:solidFill>
                  <a:srgbClr val="B6B9D4"/>
                </a:solidFill>
                <a:latin typeface="Aptos"/>
              </a:rPr>
              <a:t>Content preserved from Marp source; adjust layout in PowerPoint as needed.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1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91695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669280"/>
          </a:xfrm>
          <a:prstGeom prst="rect">
            <a:avLst/>
          </a:prstGeom>
          <a:solidFill>
            <a:srgbClr val="1F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4572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100" b="1">
                <a:solidFill>
                  <a:srgbClr val="4AC4EF"/>
                </a:solidFill>
                <a:latin typeface="Aptos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500" b="1">
                <a:solidFill>
                  <a:srgbClr val="F8F8FC"/>
                </a:solidFill>
                <a:latin typeface="Aptos"/>
              </a:rPr>
              <a:t>Pedro Agentware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1975104"/>
          </a:xfrm>
          <a:prstGeom prst="roundRect">
            <a:avLst/>
          </a:prstGeom>
          <a:solidFill>
            <a:srgbClr val="2D2F4E"/>
          </a:solidFill>
          <a:ln>
            <a:solidFill>
              <a:srgbClr val="9B7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28216"/>
            <a:ext cx="10378440" cy="1737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0">
                <a:solidFill>
                  <a:srgbClr val="4AC4EF"/>
                </a:solidFill>
                <a:latin typeface="Courier New"/>
              </a:rPr>
              <a:t>native tool calling
      +
validation, rescue, retries
      +
context compaction
      ↓
Go · Python ·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3840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• *The same harness idea around whichever agent framework you already 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7952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policy enforcement; that belongs to the unmerged Kei plugin and is not part of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82896"/>
            <a:ext cx="10332720" cy="6217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600" b="0">
                <a:solidFill>
                  <a:srgbClr val="F8F8FC"/>
                </a:solidFill>
                <a:latin typeface="Aptos"/>
              </a:rPr>
              <a:t>talk. --&gt;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Self-Hosting Agents: Small Dense Models Change the Economics</dc:title>
  <dc:subject>Full Marp-to-PowerPoint conversion</dc:subject>
  <dc:creator>Pedro / Soypete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